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2" r:id="rId4"/>
    <p:sldId id="258" r:id="rId5"/>
    <p:sldId id="259" r:id="rId6"/>
    <p:sldId id="261" r:id="rId7"/>
    <p:sldId id="262" r:id="rId8"/>
    <p:sldId id="264" r:id="rId9"/>
    <p:sldId id="285" r:id="rId10"/>
    <p:sldId id="287" r:id="rId11"/>
    <p:sldId id="288" r:id="rId12"/>
    <p:sldId id="289" r:id="rId13"/>
    <p:sldId id="28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50" d="100"/>
          <a:sy n="50" d="100"/>
        </p:scale>
        <p:origin x="-1253" y="-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F9FA19-1EF6-4F47-A019-AC03FBE1328C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4E8A2E-7C5E-482D-AB52-6FEF5FBE3F92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1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4D6E4AE2-972E-409D-B392-7D5E4E891E48}" type="parTrans" cxnId="{F1B4263B-C96F-4856-B924-A1C43697C0E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134FA83B-3971-45F8-9C5B-A95EE1018838}" type="sibTrans" cxnId="{F1B4263B-C96F-4856-B924-A1C43697C0E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6598D292-DF7E-4B6B-B9FF-94941E141781}">
      <dgm:prSet phldrT="[Text]"/>
      <dgm:spPr/>
      <dgm:t>
        <a:bodyPr/>
        <a:lstStyle/>
        <a:p>
          <a:r>
            <a:rPr lang="en-US" b="1" dirty="0" err="1" smtClean="0">
              <a:latin typeface="Times New Roman" pitchFamily="18" charset="0"/>
              <a:cs typeface="Times New Roman" pitchFamily="18" charset="0"/>
            </a:rPr>
            <a:t>GiỚI</a:t>
          </a:r>
          <a:r>
            <a:rPr lang="en-US" b="1" dirty="0" smtClean="0">
              <a:latin typeface="Times New Roman" pitchFamily="18" charset="0"/>
              <a:cs typeface="Times New Roman" pitchFamily="18" charset="0"/>
            </a:rPr>
            <a:t> THIỆU BẢN VẼ VÀ THÀNH PHẦN THIẾT BỊ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C9B10DB1-74FE-4536-9059-D28BFCF63B70}" type="parTrans" cxnId="{0E6C0601-DC8B-438F-AB93-C8E1A8EBB923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61871E2D-D5C2-4729-83C1-96A02117DD93}" type="sibTrans" cxnId="{0E6C0601-DC8B-438F-AB93-C8E1A8EBB923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A5301FD-1882-4BFD-AA92-920D54760F78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2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52866309-C449-4D65-9404-352ECA4E0616}" type="parTrans" cxnId="{C85891A8-087D-4815-898A-9D1E7086DC3A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A8270E7D-C03B-4B79-9FE5-8A27231992C1}" type="sibTrans" cxnId="{C85891A8-087D-4815-898A-9D1E7086DC3A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AE6D1C0C-B65D-4CFC-BAAE-1FB65D03B71F}">
      <dgm:prSet phldrT="[Text]"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CẤU TRÚC </a:t>
          </a:r>
          <a:r>
            <a:rPr lang="en-US" b="1" dirty="0" err="1" smtClean="0">
              <a:latin typeface="Times New Roman" pitchFamily="18" charset="0"/>
              <a:cs typeface="Times New Roman" pitchFamily="18" charset="0"/>
            </a:rPr>
            <a:t>ĐiỀU</a:t>
          </a:r>
          <a:r>
            <a:rPr lang="en-US" b="1" dirty="0" smtClean="0">
              <a:latin typeface="Times New Roman" pitchFamily="18" charset="0"/>
              <a:cs typeface="Times New Roman" pitchFamily="18" charset="0"/>
            </a:rPr>
            <a:t> KHIỂN TRUNG TÂM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1B355505-2AAF-4391-90E1-50A72949B865}" type="parTrans" cxnId="{071404D6-A552-42E5-947E-0907759BA8A1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2E00602-9137-4C53-B8B1-2E3150648FD3}" type="sibTrans" cxnId="{071404D6-A552-42E5-947E-0907759BA8A1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CE16D5B7-22A1-4FB8-A5AB-EE9DA300E211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3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D54F87D3-62A2-4E3B-BD0C-AA46B3A889E2}" type="parTrans" cxnId="{8408CF08-8F45-4705-8EB1-8BFFFF407D71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715416C8-2E1B-4347-9A30-D6565EE58248}" type="sibTrans" cxnId="{8408CF08-8F45-4705-8EB1-8BFFFF407D71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A27FB864-1A24-4547-B0F2-41E46ACE13C9}">
      <dgm:prSet phldrT="[Text]"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MẠCH PHÂN PHỐI NGUỒN MỘT CHIỀU – XOAY CHIỀU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69C5A1D3-0F22-4806-8F18-85651DDBB423}" type="parTrans" cxnId="{FD4C21E7-3F41-4097-BE21-C9A976C2F805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C7412F8-CA94-446B-AD6E-E45C4637BBA2}" type="sibTrans" cxnId="{FD4C21E7-3F41-4097-BE21-C9A976C2F805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A5772F95-83FA-421B-B0F5-AC01832A312B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4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2ADD38BC-6EFC-4668-8E6F-B0F1C2624DAC}" type="parTrans" cxnId="{010A80C7-0282-4678-BE1D-502BF872C083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A8ED68D1-E8CF-4E95-8CFD-45D669E2CFD3}" type="sibTrans" cxnId="{010A80C7-0282-4678-BE1D-502BF872C083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4E97A05A-978F-4FB3-91AE-51ECC2DED49E}">
      <dgm:prSet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MẠCH </a:t>
          </a:r>
          <a:r>
            <a:rPr lang="en-US" b="1" dirty="0" err="1" smtClean="0">
              <a:latin typeface="Times New Roman" pitchFamily="18" charset="0"/>
              <a:cs typeface="Times New Roman" pitchFamily="18" charset="0"/>
            </a:rPr>
            <a:t>ĐiỀU</a:t>
          </a:r>
          <a:r>
            <a:rPr lang="en-US" b="1" dirty="0" smtClean="0">
              <a:latin typeface="Times New Roman" pitchFamily="18" charset="0"/>
              <a:cs typeface="Times New Roman" pitchFamily="18" charset="0"/>
            </a:rPr>
            <a:t> KHIỂN VÀ PHẢN HỒI VỊ TRÍ KIM PHUN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344B1785-236D-4980-A656-665AA1FFAD56}" type="parTrans" cxnId="{9DBDD7EC-9CEE-474E-9493-BB57531F081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4B349CD3-1A79-4448-BBC3-2F753CAF7DFC}" type="sibTrans" cxnId="{9DBDD7EC-9CEE-474E-9493-BB57531F081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988949B6-414A-4A98-856C-860A4DB4288C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5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84BC496A-EDDF-497C-A7EF-128AE4657494}" type="parTrans" cxnId="{74421641-4B30-4AD5-AEC2-7DD9D1EE2981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31D446C2-990A-45F1-B33B-12DD5C6EC29F}" type="sibTrans" cxnId="{74421641-4B30-4AD5-AEC2-7DD9D1EE2981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26874F2-9A96-4E89-87DB-E0653A7C60C5}">
      <dgm:prSet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MẠCH </a:t>
          </a:r>
          <a:r>
            <a:rPr lang="en-US" b="1" dirty="0" err="1" smtClean="0">
              <a:latin typeface="Times New Roman" pitchFamily="18" charset="0"/>
              <a:cs typeface="Times New Roman" pitchFamily="18" charset="0"/>
            </a:rPr>
            <a:t>ĐiỀU</a:t>
          </a:r>
          <a:r>
            <a:rPr lang="en-US" b="1" dirty="0" smtClean="0">
              <a:latin typeface="Times New Roman" pitchFamily="18" charset="0"/>
              <a:cs typeface="Times New Roman" pitchFamily="18" charset="0"/>
            </a:rPr>
            <a:t> KHIỂN VÀ PHẢN HỔI VỊ TRÍ CÁNH HƯỚNG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0C092921-7657-4014-9FF0-8B8762B1FC00}" type="parTrans" cxnId="{B203AE86-613B-4960-8F6E-FFB637D7EDE5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B60326F1-892D-4A2C-946C-02A976442883}" type="sibTrans" cxnId="{B203AE86-613B-4960-8F6E-FFB637D7EDE5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9CF9C210-703E-4E18-8AA9-6D9EA6060F0F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6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7353EE3D-E29D-486A-AF64-2DCC3BCD26FE}" type="parTrans" cxnId="{BDE682D6-3D4B-4078-BC32-5B983098A48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ED575996-4F8C-4C0D-96A0-6D13FA0437CC}" type="sibTrans" cxnId="{BDE682D6-3D4B-4078-BC32-5B983098A48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3BC02167-7C8E-403C-A545-878CD3ABD19E}">
      <dgm:prSet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CÁC MẠCH ĐO LƯỜNG TỐC ĐỘ - CÔNG SUẤT – TẦN SỐ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072BC1D2-DCC2-4E16-B6FD-6EFB883CF3B7}" type="parTrans" cxnId="{3027365E-CD30-4798-8DF3-D7B11AB9152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79D9222F-2CF1-4F91-B49E-C1BF1EBBE7A9}" type="sibTrans" cxnId="{3027365E-CD30-4798-8DF3-D7B11AB9152E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54DA8BFC-BBD7-42A0-B34A-1B20B8A26A48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rPr>
            <a:t>7</a:t>
          </a:r>
          <a:endParaRPr lang="en-US" sz="2000" b="1" dirty="0">
            <a:solidFill>
              <a:srgbClr val="002060"/>
            </a:solidFill>
            <a:latin typeface="Times New Roman" pitchFamily="18" charset="0"/>
            <a:cs typeface="Times New Roman" pitchFamily="18" charset="0"/>
          </a:endParaRPr>
        </a:p>
      </dgm:t>
    </dgm:pt>
    <dgm:pt modelId="{5737E4A7-9426-4AAC-98D7-6549CFE6EDB1}" type="parTrans" cxnId="{7503B4AB-B715-4C11-B3DA-BA249A514F13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9981D11B-77EC-4CC2-A6C7-46AED4B15CCD}" type="sibTrans" cxnId="{7503B4AB-B715-4C11-B3DA-BA249A514F13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17EC7A01-2933-4585-AEC0-6B63049BC3E5}">
      <dgm:prSet/>
      <dgm:spPr/>
      <dgm:t>
        <a:bodyPr/>
        <a:lstStyle/>
        <a:p>
          <a:r>
            <a:rPr lang="en-US" b="1" dirty="0" smtClean="0">
              <a:latin typeface="Times New Roman" pitchFamily="18" charset="0"/>
              <a:cs typeface="Times New Roman" pitchFamily="18" charset="0"/>
            </a:rPr>
            <a:t>CÁC MẠCH BÁO NGƯỠNG TỐC ĐỘ</a:t>
          </a:r>
          <a:endParaRPr lang="en-US" b="1" dirty="0">
            <a:latin typeface="Times New Roman" pitchFamily="18" charset="0"/>
            <a:cs typeface="Times New Roman" pitchFamily="18" charset="0"/>
          </a:endParaRPr>
        </a:p>
      </dgm:t>
    </dgm:pt>
    <dgm:pt modelId="{41B42AAE-D784-4583-A8EC-F1EB81E8D157}" type="parTrans" cxnId="{A38C19E5-5BA0-4E9F-B79F-0F3F1B89ACB6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EF062707-2D18-417B-9C89-E502F0C28A0C}" type="sibTrans" cxnId="{A38C19E5-5BA0-4E9F-B79F-0F3F1B89ACB6}">
      <dgm:prSet/>
      <dgm:spPr/>
      <dgm:t>
        <a:bodyPr/>
        <a:lstStyle/>
        <a:p>
          <a:endParaRPr lang="en-US" b="1">
            <a:latin typeface="Times New Roman" pitchFamily="18" charset="0"/>
            <a:cs typeface="Times New Roman" pitchFamily="18" charset="0"/>
          </a:endParaRPr>
        </a:p>
      </dgm:t>
    </dgm:pt>
    <dgm:pt modelId="{35B40619-4A6D-47CB-8B7E-4DDC4FD66062}" type="pres">
      <dgm:prSet presAssocID="{DDF9FA19-1EF6-4F47-A019-AC03FBE1328C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EFC45D1-7083-4845-B815-A5E66E2878A0}" type="pres">
      <dgm:prSet presAssocID="{844E8A2E-7C5E-482D-AB52-6FEF5FBE3F92}" presName="composite" presStyleCnt="0"/>
      <dgm:spPr/>
    </dgm:pt>
    <dgm:pt modelId="{3EC3A75C-4AA9-4137-B2ED-6743CE6B69E0}" type="pres">
      <dgm:prSet presAssocID="{844E8A2E-7C5E-482D-AB52-6FEF5FBE3F92}" presName="parentText" presStyleLbl="alignNode1" presStyleIdx="0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22E835-CAFD-46B2-89B5-2CDFF7993A08}" type="pres">
      <dgm:prSet presAssocID="{844E8A2E-7C5E-482D-AB52-6FEF5FBE3F92}" presName="descendantText" presStyleLbl="alignAcc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556C8D-5A73-48E0-AF02-A8F020D09660}" type="pres">
      <dgm:prSet presAssocID="{134FA83B-3971-45F8-9C5B-A95EE1018838}" presName="sp" presStyleCnt="0"/>
      <dgm:spPr/>
    </dgm:pt>
    <dgm:pt modelId="{0E24588D-2BC7-4C44-A09D-212350B8C45C}" type="pres">
      <dgm:prSet presAssocID="{BA5301FD-1882-4BFD-AA92-920D54760F78}" presName="composite" presStyleCnt="0"/>
      <dgm:spPr/>
    </dgm:pt>
    <dgm:pt modelId="{03EAE021-B250-4FF9-8A7A-65B439F4FE9B}" type="pres">
      <dgm:prSet presAssocID="{BA5301FD-1882-4BFD-AA92-920D54760F78}" presName="parentText" presStyleLbl="alignNode1" presStyleIdx="1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90E9CD-06EC-424D-96A4-923EF8137696}" type="pres">
      <dgm:prSet presAssocID="{BA5301FD-1882-4BFD-AA92-920D54760F78}" presName="descendantText" presStyleLbl="alignAcc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1506C6-7ECB-4F24-B8F8-135F39D3AE25}" type="pres">
      <dgm:prSet presAssocID="{A8270E7D-C03B-4B79-9FE5-8A27231992C1}" presName="sp" presStyleCnt="0"/>
      <dgm:spPr/>
    </dgm:pt>
    <dgm:pt modelId="{2C796C9A-0405-4B20-B1D2-4C5FFEFF1D15}" type="pres">
      <dgm:prSet presAssocID="{CE16D5B7-22A1-4FB8-A5AB-EE9DA300E211}" presName="composite" presStyleCnt="0"/>
      <dgm:spPr/>
    </dgm:pt>
    <dgm:pt modelId="{30A82333-188A-42F6-A3D7-41C4A26DE7B2}" type="pres">
      <dgm:prSet presAssocID="{CE16D5B7-22A1-4FB8-A5AB-EE9DA300E211}" presName="parentText" presStyleLbl="alignNode1" presStyleIdx="2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3CE753-939D-4239-86A5-478308C80247}" type="pres">
      <dgm:prSet presAssocID="{CE16D5B7-22A1-4FB8-A5AB-EE9DA300E211}" presName="descendantText" presStyleLbl="alignAcc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EF519B-673D-4011-A93B-32588EEDDF4D}" type="pres">
      <dgm:prSet presAssocID="{715416C8-2E1B-4347-9A30-D6565EE58248}" presName="sp" presStyleCnt="0"/>
      <dgm:spPr/>
    </dgm:pt>
    <dgm:pt modelId="{C94CEADD-2CC3-444B-97EC-DDED5B6F1E25}" type="pres">
      <dgm:prSet presAssocID="{A5772F95-83FA-421B-B0F5-AC01832A312B}" presName="composite" presStyleCnt="0"/>
      <dgm:spPr/>
    </dgm:pt>
    <dgm:pt modelId="{4D419CD8-034A-41D0-87EB-80B74FF64782}" type="pres">
      <dgm:prSet presAssocID="{A5772F95-83FA-421B-B0F5-AC01832A312B}" presName="parentText" presStyleLbl="alignNode1" presStyleIdx="3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C0D040-CDB5-4C9E-8713-BE02C970A1BC}" type="pres">
      <dgm:prSet presAssocID="{A5772F95-83FA-421B-B0F5-AC01832A312B}" presName="descendantText" presStyleLbl="alignAcc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54AF46-EB0C-4599-BC86-4C4E6B5B12CF}" type="pres">
      <dgm:prSet presAssocID="{A8ED68D1-E8CF-4E95-8CFD-45D669E2CFD3}" presName="sp" presStyleCnt="0"/>
      <dgm:spPr/>
    </dgm:pt>
    <dgm:pt modelId="{0C2F8133-D197-445C-A53C-4C4AB5CF15C7}" type="pres">
      <dgm:prSet presAssocID="{988949B6-414A-4A98-856C-860A4DB4288C}" presName="composite" presStyleCnt="0"/>
      <dgm:spPr/>
    </dgm:pt>
    <dgm:pt modelId="{27E39943-5C91-41C4-A17D-618039FB64F6}" type="pres">
      <dgm:prSet presAssocID="{988949B6-414A-4A98-856C-860A4DB4288C}" presName="parentText" presStyleLbl="alignNode1" presStyleIdx="4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D462E9-356F-4C7A-B930-60200180460A}" type="pres">
      <dgm:prSet presAssocID="{988949B6-414A-4A98-856C-860A4DB4288C}" presName="descendantText" presStyleLbl="alignAcc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883256-A6DD-4946-AD9F-EB4639614A16}" type="pres">
      <dgm:prSet presAssocID="{31D446C2-990A-45F1-B33B-12DD5C6EC29F}" presName="sp" presStyleCnt="0"/>
      <dgm:spPr/>
    </dgm:pt>
    <dgm:pt modelId="{727992C7-A9B7-448E-8A76-5A6CFBB76F09}" type="pres">
      <dgm:prSet presAssocID="{9CF9C210-703E-4E18-8AA9-6D9EA6060F0F}" presName="composite" presStyleCnt="0"/>
      <dgm:spPr/>
    </dgm:pt>
    <dgm:pt modelId="{9A94EA6B-29D6-4536-A10F-AAB047CB38EF}" type="pres">
      <dgm:prSet presAssocID="{9CF9C210-703E-4E18-8AA9-6D9EA6060F0F}" presName="parentText" presStyleLbl="alignNode1" presStyleIdx="5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3306BB-5053-47BB-8441-0AF9CF117CDF}" type="pres">
      <dgm:prSet presAssocID="{9CF9C210-703E-4E18-8AA9-6D9EA6060F0F}" presName="descendantText" presStyleLbl="alignAcc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F47B99-93DB-4AA3-8824-8A7F36D4F1FF}" type="pres">
      <dgm:prSet presAssocID="{ED575996-4F8C-4C0D-96A0-6D13FA0437CC}" presName="sp" presStyleCnt="0"/>
      <dgm:spPr/>
    </dgm:pt>
    <dgm:pt modelId="{D444FB94-9866-465F-ACA2-7A0E0E60ADF4}" type="pres">
      <dgm:prSet presAssocID="{54DA8BFC-BBD7-42A0-B34A-1B20B8A26A48}" presName="composite" presStyleCnt="0"/>
      <dgm:spPr/>
    </dgm:pt>
    <dgm:pt modelId="{298BB367-4BB8-4639-97DB-15AA8D1B2C13}" type="pres">
      <dgm:prSet presAssocID="{54DA8BFC-BBD7-42A0-B34A-1B20B8A26A48}" presName="parentText" presStyleLbl="alignNode1" presStyleIdx="6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EB51F7-AFFF-4B6F-80A2-E6CD82B4A5BC}" type="pres">
      <dgm:prSet presAssocID="{54DA8BFC-BBD7-42A0-B34A-1B20B8A26A48}" presName="descendantText" presStyleLbl="alignAcc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6A4EF80-6280-4EC8-BB82-1697B16DA4D4}" type="presOf" srcId="{6598D292-DF7E-4B6B-B9FF-94941E141781}" destId="{B122E835-CAFD-46B2-89B5-2CDFF7993A08}" srcOrd="0" destOrd="0" presId="urn:microsoft.com/office/officeart/2005/8/layout/chevron2"/>
    <dgm:cxn modelId="{CF906569-DFDB-4C57-B46B-3492C3387014}" type="presOf" srcId="{844E8A2E-7C5E-482D-AB52-6FEF5FBE3F92}" destId="{3EC3A75C-4AA9-4137-B2ED-6743CE6B69E0}" srcOrd="0" destOrd="0" presId="urn:microsoft.com/office/officeart/2005/8/layout/chevron2"/>
    <dgm:cxn modelId="{28E6CD20-CB72-4ED8-B5E6-462017A27B07}" type="presOf" srcId="{3BC02167-7C8E-403C-A545-878CD3ABD19E}" destId="{D03306BB-5053-47BB-8441-0AF9CF117CDF}" srcOrd="0" destOrd="0" presId="urn:microsoft.com/office/officeart/2005/8/layout/chevron2"/>
    <dgm:cxn modelId="{275D3AA5-0D63-40BB-A942-FD838F48E001}" type="presOf" srcId="{B26874F2-9A96-4E89-87DB-E0653A7C60C5}" destId="{80D462E9-356F-4C7A-B930-60200180460A}" srcOrd="0" destOrd="0" presId="urn:microsoft.com/office/officeart/2005/8/layout/chevron2"/>
    <dgm:cxn modelId="{BDE682D6-3D4B-4078-BC32-5B983098A48E}" srcId="{DDF9FA19-1EF6-4F47-A019-AC03FBE1328C}" destId="{9CF9C210-703E-4E18-8AA9-6D9EA6060F0F}" srcOrd="5" destOrd="0" parTransId="{7353EE3D-E29D-486A-AF64-2DCC3BCD26FE}" sibTransId="{ED575996-4F8C-4C0D-96A0-6D13FA0437CC}"/>
    <dgm:cxn modelId="{F722EC07-9224-45F6-A5AD-FA6C4C88CFCA}" type="presOf" srcId="{BA5301FD-1882-4BFD-AA92-920D54760F78}" destId="{03EAE021-B250-4FF9-8A7A-65B439F4FE9B}" srcOrd="0" destOrd="0" presId="urn:microsoft.com/office/officeart/2005/8/layout/chevron2"/>
    <dgm:cxn modelId="{010A80C7-0282-4678-BE1D-502BF872C083}" srcId="{DDF9FA19-1EF6-4F47-A019-AC03FBE1328C}" destId="{A5772F95-83FA-421B-B0F5-AC01832A312B}" srcOrd="3" destOrd="0" parTransId="{2ADD38BC-6EFC-4668-8E6F-B0F1C2624DAC}" sibTransId="{A8ED68D1-E8CF-4E95-8CFD-45D669E2CFD3}"/>
    <dgm:cxn modelId="{EF55F1CA-EA10-4BB3-A50F-4639C03A0830}" type="presOf" srcId="{9CF9C210-703E-4E18-8AA9-6D9EA6060F0F}" destId="{9A94EA6B-29D6-4536-A10F-AAB047CB38EF}" srcOrd="0" destOrd="0" presId="urn:microsoft.com/office/officeart/2005/8/layout/chevron2"/>
    <dgm:cxn modelId="{B203AE86-613B-4960-8F6E-FFB637D7EDE5}" srcId="{988949B6-414A-4A98-856C-860A4DB4288C}" destId="{B26874F2-9A96-4E89-87DB-E0653A7C60C5}" srcOrd="0" destOrd="0" parTransId="{0C092921-7657-4014-9FF0-8B8762B1FC00}" sibTransId="{B60326F1-892D-4A2C-946C-02A976442883}"/>
    <dgm:cxn modelId="{F1B4263B-C96F-4856-B924-A1C43697C0EE}" srcId="{DDF9FA19-1EF6-4F47-A019-AC03FBE1328C}" destId="{844E8A2E-7C5E-482D-AB52-6FEF5FBE3F92}" srcOrd="0" destOrd="0" parTransId="{4D6E4AE2-972E-409D-B392-7D5E4E891E48}" sibTransId="{134FA83B-3971-45F8-9C5B-A95EE1018838}"/>
    <dgm:cxn modelId="{4B589471-8070-46D5-8487-C9338041A6D7}" type="presOf" srcId="{17EC7A01-2933-4585-AEC0-6B63049BC3E5}" destId="{7CEB51F7-AFFF-4B6F-80A2-E6CD82B4A5BC}" srcOrd="0" destOrd="0" presId="urn:microsoft.com/office/officeart/2005/8/layout/chevron2"/>
    <dgm:cxn modelId="{A38C19E5-5BA0-4E9F-B79F-0F3F1B89ACB6}" srcId="{54DA8BFC-BBD7-42A0-B34A-1B20B8A26A48}" destId="{17EC7A01-2933-4585-AEC0-6B63049BC3E5}" srcOrd="0" destOrd="0" parTransId="{41B42AAE-D784-4583-A8EC-F1EB81E8D157}" sibTransId="{EF062707-2D18-417B-9C89-E502F0C28A0C}"/>
    <dgm:cxn modelId="{C85891A8-087D-4815-898A-9D1E7086DC3A}" srcId="{DDF9FA19-1EF6-4F47-A019-AC03FBE1328C}" destId="{BA5301FD-1882-4BFD-AA92-920D54760F78}" srcOrd="1" destOrd="0" parTransId="{52866309-C449-4D65-9404-352ECA4E0616}" sibTransId="{A8270E7D-C03B-4B79-9FE5-8A27231992C1}"/>
    <dgm:cxn modelId="{DD0F13B7-AA9F-4F27-8884-D8C9D53D396A}" type="presOf" srcId="{DDF9FA19-1EF6-4F47-A019-AC03FBE1328C}" destId="{35B40619-4A6D-47CB-8B7E-4DDC4FD66062}" srcOrd="0" destOrd="0" presId="urn:microsoft.com/office/officeart/2005/8/layout/chevron2"/>
    <dgm:cxn modelId="{9DBDD7EC-9CEE-474E-9493-BB57531F081E}" srcId="{A5772F95-83FA-421B-B0F5-AC01832A312B}" destId="{4E97A05A-978F-4FB3-91AE-51ECC2DED49E}" srcOrd="0" destOrd="0" parTransId="{344B1785-236D-4980-A656-665AA1FFAD56}" sibTransId="{4B349CD3-1A79-4448-BBC3-2F753CAF7DFC}"/>
    <dgm:cxn modelId="{FD4C21E7-3F41-4097-BE21-C9A976C2F805}" srcId="{CE16D5B7-22A1-4FB8-A5AB-EE9DA300E211}" destId="{A27FB864-1A24-4547-B0F2-41E46ACE13C9}" srcOrd="0" destOrd="0" parTransId="{69C5A1D3-0F22-4806-8F18-85651DDBB423}" sibTransId="{BC7412F8-CA94-446B-AD6E-E45C4637BBA2}"/>
    <dgm:cxn modelId="{521030F1-5204-48E9-9685-C62AB8CE7D35}" type="presOf" srcId="{A27FB864-1A24-4547-B0F2-41E46ACE13C9}" destId="{F43CE753-939D-4239-86A5-478308C80247}" srcOrd="0" destOrd="0" presId="urn:microsoft.com/office/officeart/2005/8/layout/chevron2"/>
    <dgm:cxn modelId="{7E4CC7EE-F063-4EB9-AA29-1D1200922968}" type="presOf" srcId="{4E97A05A-978F-4FB3-91AE-51ECC2DED49E}" destId="{78C0D040-CDB5-4C9E-8713-BE02C970A1BC}" srcOrd="0" destOrd="0" presId="urn:microsoft.com/office/officeart/2005/8/layout/chevron2"/>
    <dgm:cxn modelId="{0E6C0601-DC8B-438F-AB93-C8E1A8EBB923}" srcId="{844E8A2E-7C5E-482D-AB52-6FEF5FBE3F92}" destId="{6598D292-DF7E-4B6B-B9FF-94941E141781}" srcOrd="0" destOrd="0" parTransId="{C9B10DB1-74FE-4536-9059-D28BFCF63B70}" sibTransId="{61871E2D-D5C2-4729-83C1-96A02117DD93}"/>
    <dgm:cxn modelId="{7503B4AB-B715-4C11-B3DA-BA249A514F13}" srcId="{DDF9FA19-1EF6-4F47-A019-AC03FBE1328C}" destId="{54DA8BFC-BBD7-42A0-B34A-1B20B8A26A48}" srcOrd="6" destOrd="0" parTransId="{5737E4A7-9426-4AAC-98D7-6549CFE6EDB1}" sibTransId="{9981D11B-77EC-4CC2-A6C7-46AED4B15CCD}"/>
    <dgm:cxn modelId="{71C2D795-4238-45FB-A395-D47CE9372CC1}" type="presOf" srcId="{988949B6-414A-4A98-856C-860A4DB4288C}" destId="{27E39943-5C91-41C4-A17D-618039FB64F6}" srcOrd="0" destOrd="0" presId="urn:microsoft.com/office/officeart/2005/8/layout/chevron2"/>
    <dgm:cxn modelId="{FD670611-ACB5-4F8B-8FF2-36955BAB2DDA}" type="presOf" srcId="{54DA8BFC-BBD7-42A0-B34A-1B20B8A26A48}" destId="{298BB367-4BB8-4639-97DB-15AA8D1B2C13}" srcOrd="0" destOrd="0" presId="urn:microsoft.com/office/officeart/2005/8/layout/chevron2"/>
    <dgm:cxn modelId="{071404D6-A552-42E5-947E-0907759BA8A1}" srcId="{BA5301FD-1882-4BFD-AA92-920D54760F78}" destId="{AE6D1C0C-B65D-4CFC-BAAE-1FB65D03B71F}" srcOrd="0" destOrd="0" parTransId="{1B355505-2AAF-4391-90E1-50A72949B865}" sibTransId="{B2E00602-9137-4C53-B8B1-2E3150648FD3}"/>
    <dgm:cxn modelId="{3027365E-CD30-4798-8DF3-D7B11AB9152E}" srcId="{9CF9C210-703E-4E18-8AA9-6D9EA6060F0F}" destId="{3BC02167-7C8E-403C-A545-878CD3ABD19E}" srcOrd="0" destOrd="0" parTransId="{072BC1D2-DCC2-4E16-B6FD-6EFB883CF3B7}" sibTransId="{79D9222F-2CF1-4F91-B49E-C1BF1EBBE7A9}"/>
    <dgm:cxn modelId="{CA1EDEC3-1B89-48B1-9666-66EA794CEA7C}" type="presOf" srcId="{CE16D5B7-22A1-4FB8-A5AB-EE9DA300E211}" destId="{30A82333-188A-42F6-A3D7-41C4A26DE7B2}" srcOrd="0" destOrd="0" presId="urn:microsoft.com/office/officeart/2005/8/layout/chevron2"/>
    <dgm:cxn modelId="{74421641-4B30-4AD5-AEC2-7DD9D1EE2981}" srcId="{DDF9FA19-1EF6-4F47-A019-AC03FBE1328C}" destId="{988949B6-414A-4A98-856C-860A4DB4288C}" srcOrd="4" destOrd="0" parTransId="{84BC496A-EDDF-497C-A7EF-128AE4657494}" sibTransId="{31D446C2-990A-45F1-B33B-12DD5C6EC29F}"/>
    <dgm:cxn modelId="{8408CF08-8F45-4705-8EB1-8BFFFF407D71}" srcId="{DDF9FA19-1EF6-4F47-A019-AC03FBE1328C}" destId="{CE16D5B7-22A1-4FB8-A5AB-EE9DA300E211}" srcOrd="2" destOrd="0" parTransId="{D54F87D3-62A2-4E3B-BD0C-AA46B3A889E2}" sibTransId="{715416C8-2E1B-4347-9A30-D6565EE58248}"/>
    <dgm:cxn modelId="{714CE365-6D05-4084-B442-68E0760F5D9D}" type="presOf" srcId="{AE6D1C0C-B65D-4CFC-BAAE-1FB65D03B71F}" destId="{5D90E9CD-06EC-424D-96A4-923EF8137696}" srcOrd="0" destOrd="0" presId="urn:microsoft.com/office/officeart/2005/8/layout/chevron2"/>
    <dgm:cxn modelId="{A6EF204E-1934-46E9-97C1-8BB06A08075B}" type="presOf" srcId="{A5772F95-83FA-421B-B0F5-AC01832A312B}" destId="{4D419CD8-034A-41D0-87EB-80B74FF64782}" srcOrd="0" destOrd="0" presId="urn:microsoft.com/office/officeart/2005/8/layout/chevron2"/>
    <dgm:cxn modelId="{9DA016A7-B6A7-44D5-BC84-89F82A36B910}" type="presParOf" srcId="{35B40619-4A6D-47CB-8B7E-4DDC4FD66062}" destId="{5EFC45D1-7083-4845-B815-A5E66E2878A0}" srcOrd="0" destOrd="0" presId="urn:microsoft.com/office/officeart/2005/8/layout/chevron2"/>
    <dgm:cxn modelId="{59FF0B8E-5DE1-4F05-B11B-79036D4795B4}" type="presParOf" srcId="{5EFC45D1-7083-4845-B815-A5E66E2878A0}" destId="{3EC3A75C-4AA9-4137-B2ED-6743CE6B69E0}" srcOrd="0" destOrd="0" presId="urn:microsoft.com/office/officeart/2005/8/layout/chevron2"/>
    <dgm:cxn modelId="{82C7CDFD-F66E-4E10-BC6D-7A85015C9DA0}" type="presParOf" srcId="{5EFC45D1-7083-4845-B815-A5E66E2878A0}" destId="{B122E835-CAFD-46B2-89B5-2CDFF7993A08}" srcOrd="1" destOrd="0" presId="urn:microsoft.com/office/officeart/2005/8/layout/chevron2"/>
    <dgm:cxn modelId="{3CCB50B5-AD18-4DA8-8FEB-1018B304E78E}" type="presParOf" srcId="{35B40619-4A6D-47CB-8B7E-4DDC4FD66062}" destId="{D2556C8D-5A73-48E0-AF02-A8F020D09660}" srcOrd="1" destOrd="0" presId="urn:microsoft.com/office/officeart/2005/8/layout/chevron2"/>
    <dgm:cxn modelId="{F8EDF9B4-997B-47A5-8A66-D54923861D95}" type="presParOf" srcId="{35B40619-4A6D-47CB-8B7E-4DDC4FD66062}" destId="{0E24588D-2BC7-4C44-A09D-212350B8C45C}" srcOrd="2" destOrd="0" presId="urn:microsoft.com/office/officeart/2005/8/layout/chevron2"/>
    <dgm:cxn modelId="{DD205BF7-CCD0-4ABA-A801-A9262B7411FF}" type="presParOf" srcId="{0E24588D-2BC7-4C44-A09D-212350B8C45C}" destId="{03EAE021-B250-4FF9-8A7A-65B439F4FE9B}" srcOrd="0" destOrd="0" presId="urn:microsoft.com/office/officeart/2005/8/layout/chevron2"/>
    <dgm:cxn modelId="{63F41D13-A10B-442C-8000-82F01295E3F8}" type="presParOf" srcId="{0E24588D-2BC7-4C44-A09D-212350B8C45C}" destId="{5D90E9CD-06EC-424D-96A4-923EF8137696}" srcOrd="1" destOrd="0" presId="urn:microsoft.com/office/officeart/2005/8/layout/chevron2"/>
    <dgm:cxn modelId="{270C424E-7D5F-4EA6-8966-91C5B23A9084}" type="presParOf" srcId="{35B40619-4A6D-47CB-8B7E-4DDC4FD66062}" destId="{E81506C6-7ECB-4F24-B8F8-135F39D3AE25}" srcOrd="3" destOrd="0" presId="urn:microsoft.com/office/officeart/2005/8/layout/chevron2"/>
    <dgm:cxn modelId="{7FAF5EE9-88F2-4CE6-8544-0CEC5EEE71BE}" type="presParOf" srcId="{35B40619-4A6D-47CB-8B7E-4DDC4FD66062}" destId="{2C796C9A-0405-4B20-B1D2-4C5FFEFF1D15}" srcOrd="4" destOrd="0" presId="urn:microsoft.com/office/officeart/2005/8/layout/chevron2"/>
    <dgm:cxn modelId="{7142A0FE-AEF2-4C8A-92D4-B5065C1786C6}" type="presParOf" srcId="{2C796C9A-0405-4B20-B1D2-4C5FFEFF1D15}" destId="{30A82333-188A-42F6-A3D7-41C4A26DE7B2}" srcOrd="0" destOrd="0" presId="urn:microsoft.com/office/officeart/2005/8/layout/chevron2"/>
    <dgm:cxn modelId="{F3CB3165-0D97-4F02-941A-ED36753B3C30}" type="presParOf" srcId="{2C796C9A-0405-4B20-B1D2-4C5FFEFF1D15}" destId="{F43CE753-939D-4239-86A5-478308C80247}" srcOrd="1" destOrd="0" presId="urn:microsoft.com/office/officeart/2005/8/layout/chevron2"/>
    <dgm:cxn modelId="{36CD14A2-4C82-4B50-955B-5CCA9737E8E4}" type="presParOf" srcId="{35B40619-4A6D-47CB-8B7E-4DDC4FD66062}" destId="{75EF519B-673D-4011-A93B-32588EEDDF4D}" srcOrd="5" destOrd="0" presId="urn:microsoft.com/office/officeart/2005/8/layout/chevron2"/>
    <dgm:cxn modelId="{3F0D5ED2-48DE-46BE-AA7C-F39A3CC470F9}" type="presParOf" srcId="{35B40619-4A6D-47CB-8B7E-4DDC4FD66062}" destId="{C94CEADD-2CC3-444B-97EC-DDED5B6F1E25}" srcOrd="6" destOrd="0" presId="urn:microsoft.com/office/officeart/2005/8/layout/chevron2"/>
    <dgm:cxn modelId="{075FD24F-6C8E-4CB7-BB8B-8E687A9D0513}" type="presParOf" srcId="{C94CEADD-2CC3-444B-97EC-DDED5B6F1E25}" destId="{4D419CD8-034A-41D0-87EB-80B74FF64782}" srcOrd="0" destOrd="0" presId="urn:microsoft.com/office/officeart/2005/8/layout/chevron2"/>
    <dgm:cxn modelId="{2E12CAF5-97AD-4A17-9150-6130FBB986A2}" type="presParOf" srcId="{C94CEADD-2CC3-444B-97EC-DDED5B6F1E25}" destId="{78C0D040-CDB5-4C9E-8713-BE02C970A1BC}" srcOrd="1" destOrd="0" presId="urn:microsoft.com/office/officeart/2005/8/layout/chevron2"/>
    <dgm:cxn modelId="{99A1119C-B98E-4CFD-95E9-2E964596B972}" type="presParOf" srcId="{35B40619-4A6D-47CB-8B7E-4DDC4FD66062}" destId="{5454AF46-EB0C-4599-BC86-4C4E6B5B12CF}" srcOrd="7" destOrd="0" presId="urn:microsoft.com/office/officeart/2005/8/layout/chevron2"/>
    <dgm:cxn modelId="{C412CC22-0A21-44FF-AAF7-DEF44D397BD5}" type="presParOf" srcId="{35B40619-4A6D-47CB-8B7E-4DDC4FD66062}" destId="{0C2F8133-D197-445C-A53C-4C4AB5CF15C7}" srcOrd="8" destOrd="0" presId="urn:microsoft.com/office/officeart/2005/8/layout/chevron2"/>
    <dgm:cxn modelId="{A70AF2BE-3E67-4DF9-A587-4C658590E369}" type="presParOf" srcId="{0C2F8133-D197-445C-A53C-4C4AB5CF15C7}" destId="{27E39943-5C91-41C4-A17D-618039FB64F6}" srcOrd="0" destOrd="0" presId="urn:microsoft.com/office/officeart/2005/8/layout/chevron2"/>
    <dgm:cxn modelId="{60310D6B-9DD2-4375-BACA-78091A4F8208}" type="presParOf" srcId="{0C2F8133-D197-445C-A53C-4C4AB5CF15C7}" destId="{80D462E9-356F-4C7A-B930-60200180460A}" srcOrd="1" destOrd="0" presId="urn:microsoft.com/office/officeart/2005/8/layout/chevron2"/>
    <dgm:cxn modelId="{051AA3F8-6130-4CFF-8690-246BCBA22461}" type="presParOf" srcId="{35B40619-4A6D-47CB-8B7E-4DDC4FD66062}" destId="{D9883256-A6DD-4946-AD9F-EB4639614A16}" srcOrd="9" destOrd="0" presId="urn:microsoft.com/office/officeart/2005/8/layout/chevron2"/>
    <dgm:cxn modelId="{4B26BA97-AA30-44AD-8242-2E8D6CC94101}" type="presParOf" srcId="{35B40619-4A6D-47CB-8B7E-4DDC4FD66062}" destId="{727992C7-A9B7-448E-8A76-5A6CFBB76F09}" srcOrd="10" destOrd="0" presId="urn:microsoft.com/office/officeart/2005/8/layout/chevron2"/>
    <dgm:cxn modelId="{409F2B78-051B-4948-86B0-FC6CBB6C8A88}" type="presParOf" srcId="{727992C7-A9B7-448E-8A76-5A6CFBB76F09}" destId="{9A94EA6B-29D6-4536-A10F-AAB047CB38EF}" srcOrd="0" destOrd="0" presId="urn:microsoft.com/office/officeart/2005/8/layout/chevron2"/>
    <dgm:cxn modelId="{067D4722-FB83-45E2-845F-981BB61AB76E}" type="presParOf" srcId="{727992C7-A9B7-448E-8A76-5A6CFBB76F09}" destId="{D03306BB-5053-47BB-8441-0AF9CF117CDF}" srcOrd="1" destOrd="0" presId="urn:microsoft.com/office/officeart/2005/8/layout/chevron2"/>
    <dgm:cxn modelId="{D3173F7F-EB0B-4042-84B5-731241DDE00D}" type="presParOf" srcId="{35B40619-4A6D-47CB-8B7E-4DDC4FD66062}" destId="{6EF47B99-93DB-4AA3-8824-8A7F36D4F1FF}" srcOrd="11" destOrd="0" presId="urn:microsoft.com/office/officeart/2005/8/layout/chevron2"/>
    <dgm:cxn modelId="{26421923-6FB9-41E1-8463-0FAC0BDD7EEA}" type="presParOf" srcId="{35B40619-4A6D-47CB-8B7E-4DDC4FD66062}" destId="{D444FB94-9866-465F-ACA2-7A0E0E60ADF4}" srcOrd="12" destOrd="0" presId="urn:microsoft.com/office/officeart/2005/8/layout/chevron2"/>
    <dgm:cxn modelId="{BAC396AF-AA51-458B-B8F3-D7F665977B34}" type="presParOf" srcId="{D444FB94-9866-465F-ACA2-7A0E0E60ADF4}" destId="{298BB367-4BB8-4639-97DB-15AA8D1B2C13}" srcOrd="0" destOrd="0" presId="urn:microsoft.com/office/officeart/2005/8/layout/chevron2"/>
    <dgm:cxn modelId="{3065CB38-0443-40C1-9E2B-836860FF63CB}" type="presParOf" srcId="{D444FB94-9866-465F-ACA2-7A0E0E60ADF4}" destId="{7CEB51F7-AFFF-4B6F-80A2-E6CD82B4A5BC}" srcOrd="1" destOrd="0" presId="urn:microsoft.com/office/officeart/2005/8/layout/chevron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EEB6-0C25-4B8C-A907-F6C673B08DCA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FEEB6-0C25-4B8C-A907-F6C673B08DCA}" type="datetimeFigureOut">
              <a:rPr lang="en-US" smtClean="0"/>
              <a:pPr/>
              <a:t>7/11/2017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D2123-3EE2-4281-810D-DF6FEB2599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990600"/>
            <a:ext cx="9144000" cy="1470025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HƯỚNG DẪN </a:t>
            </a:r>
            <a:b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ĐỌC BẢN VẼ HỆ THỐNG ĐIỀU TỐC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105400"/>
            <a:ext cx="6400800" cy="838200"/>
          </a:xfrm>
        </p:spPr>
        <p:txBody>
          <a:bodyPr/>
          <a:lstStyle/>
          <a:p>
            <a:r>
              <a:rPr lang="en-US" b="1" dirty="0" err="1" smtClean="0">
                <a:solidFill>
                  <a:srgbClr val="002060"/>
                </a:solidFill>
              </a:rPr>
              <a:t>Người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en-US" b="1" dirty="0" err="1" smtClean="0">
                <a:solidFill>
                  <a:srgbClr val="002060"/>
                </a:solidFill>
              </a:rPr>
              <a:t>soạn</a:t>
            </a:r>
            <a:r>
              <a:rPr lang="en-US" b="1" dirty="0" smtClean="0">
                <a:solidFill>
                  <a:srgbClr val="002060"/>
                </a:solidFill>
              </a:rPr>
              <a:t>: </a:t>
            </a:r>
            <a:r>
              <a:rPr lang="en-US" b="1" dirty="0" err="1" smtClean="0">
                <a:solidFill>
                  <a:srgbClr val="002060"/>
                </a:solidFill>
              </a:rPr>
              <a:t>Ngô</a:t>
            </a:r>
            <a:r>
              <a:rPr lang="en-US" b="1" dirty="0" smtClean="0">
                <a:solidFill>
                  <a:srgbClr val="002060"/>
                </a:solidFill>
              </a:rPr>
              <a:t> Minh </a:t>
            </a:r>
            <a:r>
              <a:rPr lang="en-US" b="1" dirty="0" err="1" smtClean="0">
                <a:solidFill>
                  <a:srgbClr val="002060"/>
                </a:solidFill>
              </a:rPr>
              <a:t>Thi</a:t>
            </a:r>
            <a:endParaRPr 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1"/>
            <a:ext cx="7772400" cy="914399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NỘI DUNG HƯỚNG DẪN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76200" y="1397000"/>
          <a:ext cx="8915400" cy="546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1. GIỚI THIỆU BẢN VẼ VÀ THÀNH PHẦN THIẾT BỊ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Dựa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02, 03, 04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lục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r>
              <a:rPr lang="en-US" dirty="0" smtClean="0"/>
              <a:t>.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cái</a:t>
            </a:r>
            <a:r>
              <a:rPr lang="en-US" dirty="0" smtClean="0"/>
              <a:t> </a:t>
            </a:r>
            <a:r>
              <a:rPr lang="en-US" dirty="0" err="1" smtClean="0"/>
              <a:t>nhìn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quát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vẽ</a:t>
            </a:r>
            <a:r>
              <a:rPr lang="en-US" dirty="0" smtClean="0"/>
              <a:t> </a:t>
            </a:r>
            <a:r>
              <a:rPr lang="en-US" dirty="0" err="1" smtClean="0"/>
              <a:t>nhanh</a:t>
            </a:r>
            <a:r>
              <a:rPr lang="en-US" dirty="0" smtClean="0"/>
              <a:t> </a:t>
            </a:r>
            <a:r>
              <a:rPr lang="en-US" dirty="0" err="1" smtClean="0"/>
              <a:t>hơn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: (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chụp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bên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tủ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tốc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)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2. CẤU TRÚC ĐIỀU KHIỂN TRUNG TÂM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HT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tốc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</a:p>
          <a:p>
            <a:pPr>
              <a:buFontTx/>
              <a:buChar char="-"/>
            </a:pP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A01: </a:t>
            </a:r>
            <a:r>
              <a:rPr lang="en-US" dirty="0" err="1" smtClean="0"/>
              <a:t>gồm</a:t>
            </a:r>
            <a:r>
              <a:rPr lang="en-US" dirty="0" smtClean="0"/>
              <a:t> 01 card Master control Element </a:t>
            </a:r>
            <a:r>
              <a:rPr lang="en-US" dirty="0" err="1" smtClean="0"/>
              <a:t>và</a:t>
            </a:r>
            <a:r>
              <a:rPr lang="en-US" dirty="0" smtClean="0"/>
              <a:t> 02 card Processing and Communication Element.</a:t>
            </a:r>
          </a:p>
          <a:p>
            <a:pPr>
              <a:buFontTx/>
              <a:buChar char="-"/>
            </a:pPr>
            <a:r>
              <a:rPr lang="en-US" dirty="0" smtClean="0"/>
              <a:t>02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A01/1 </a:t>
            </a:r>
            <a:r>
              <a:rPr lang="en-US" dirty="0" err="1" smtClean="0"/>
              <a:t>và</a:t>
            </a:r>
            <a:r>
              <a:rPr lang="en-US" dirty="0" smtClean="0"/>
              <a:t> A01/2: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A01.</a:t>
            </a:r>
          </a:p>
          <a:p>
            <a:pPr>
              <a:buFontTx/>
              <a:buChar char="-"/>
            </a:pP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A02: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A01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ba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/</a:t>
            </a:r>
            <a:r>
              <a:rPr lang="en-US" dirty="0" err="1" smtClean="0"/>
              <a:t>ra</a:t>
            </a:r>
            <a:r>
              <a:rPr lang="en-US" dirty="0" smtClean="0"/>
              <a:t> Rail 0, Rail 1, Rail 2.</a:t>
            </a:r>
          </a:p>
          <a:p>
            <a:pPr>
              <a:buFontTx/>
              <a:buChar char="-"/>
            </a:pPr>
            <a:r>
              <a:rPr lang="en-US" dirty="0" err="1" smtClean="0"/>
              <a:t>Bộ</a:t>
            </a:r>
            <a:r>
              <a:rPr lang="en-US" dirty="0" smtClean="0"/>
              <a:t> Switch Ethernet A03: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A01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chỗ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chỗ</a:t>
            </a:r>
            <a:r>
              <a:rPr lang="en-US" dirty="0" smtClean="0"/>
              <a:t> TP: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thao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tủ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tốc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r>
              <a:rPr lang="en-US" dirty="0" smtClean="0"/>
              <a:t>03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/</a:t>
            </a:r>
            <a:r>
              <a:rPr lang="en-US" dirty="0" err="1" smtClean="0"/>
              <a:t>ra</a:t>
            </a:r>
            <a:r>
              <a:rPr lang="en-US" dirty="0" smtClean="0"/>
              <a:t> Rail 0, Rail 1, Rail 2.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+ 01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: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nhóm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+ 01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: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/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A01.</a:t>
            </a:r>
          </a:p>
          <a:p>
            <a:pPr>
              <a:buNone/>
            </a:pPr>
            <a:r>
              <a:rPr lang="en-US" dirty="0" smtClean="0"/>
              <a:t>	+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modun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/</a:t>
            </a:r>
            <a:r>
              <a:rPr lang="en-US" dirty="0" err="1" smtClean="0"/>
              <a:t>ra</a:t>
            </a:r>
            <a:r>
              <a:rPr lang="en-US" dirty="0" smtClean="0"/>
              <a:t> .</a:t>
            </a:r>
          </a:p>
          <a:p>
            <a:pPr algn="ctr">
              <a:buNone/>
            </a:pPr>
            <a:r>
              <a:rPr lang="en-US" i="1" dirty="0" smtClean="0">
                <a:solidFill>
                  <a:srgbClr val="0070C0"/>
                </a:solidFill>
              </a:rPr>
              <a:t>( </a:t>
            </a:r>
            <a:r>
              <a:rPr lang="en-US" i="1" dirty="0" err="1" smtClean="0">
                <a:solidFill>
                  <a:srgbClr val="0070C0"/>
                </a:solidFill>
              </a:rPr>
              <a:t>Xem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các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bản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vẽ</a:t>
            </a:r>
            <a:r>
              <a:rPr lang="en-US" i="1" dirty="0" smtClean="0">
                <a:solidFill>
                  <a:srgbClr val="0070C0"/>
                </a:solidFill>
              </a:rPr>
              <a:t> 13 →18 </a:t>
            </a:r>
            <a:r>
              <a:rPr lang="en-US" i="1" dirty="0" err="1" smtClean="0">
                <a:solidFill>
                  <a:srgbClr val="0070C0"/>
                </a:solidFill>
              </a:rPr>
              <a:t>để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biết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cách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kết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nối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giữa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các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thiết</a:t>
            </a:r>
            <a:r>
              <a:rPr lang="en-US" i="1" dirty="0" smtClean="0">
                <a:solidFill>
                  <a:srgbClr val="0070C0"/>
                </a:solidFill>
              </a:rPr>
              <a:t> </a:t>
            </a:r>
            <a:r>
              <a:rPr lang="en-US" i="1" dirty="0" err="1" smtClean="0">
                <a:solidFill>
                  <a:srgbClr val="0070C0"/>
                </a:solidFill>
              </a:rPr>
              <a:t>bị</a:t>
            </a:r>
            <a:r>
              <a:rPr lang="en-US" i="1" dirty="0" smtClean="0">
                <a:solidFill>
                  <a:srgbClr val="0070C0"/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2. CẤU TRÚC </a:t>
            </a:r>
            <a:r>
              <a:rPr lang="en-US" b="1" dirty="0" err="1" smtClean="0">
                <a:solidFill>
                  <a:srgbClr val="FF0000"/>
                </a:solidFill>
              </a:rPr>
              <a:t>ĐiỀU</a:t>
            </a:r>
            <a:r>
              <a:rPr lang="en-US" b="1" dirty="0" smtClean="0">
                <a:solidFill>
                  <a:srgbClr val="FF0000"/>
                </a:solidFill>
              </a:rPr>
              <a:t> KHIỂN TRUNG TÂM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phối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B0F0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trang</a:t>
            </a:r>
            <a:r>
              <a:rPr lang="en-US" dirty="0" smtClean="0">
                <a:solidFill>
                  <a:srgbClr val="00B0F0"/>
                </a:solidFill>
              </a:rPr>
              <a:t> 5, 7, 8, 9, 10)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+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các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aptomat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1F0, 1F1, 1F2.</a:t>
            </a:r>
          </a:p>
          <a:p>
            <a:pPr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+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các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bộ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biến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đổi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nguồn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G1, V1.</a:t>
            </a:r>
          </a:p>
          <a:p>
            <a:pPr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+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các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bộ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cầu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chì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: F01, F02, F03, F04, F05.</a:t>
            </a:r>
          </a:p>
          <a:p>
            <a:pPr>
              <a:buFontTx/>
              <a:buChar char="-"/>
            </a:pPr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phối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xoay</a:t>
            </a:r>
            <a:r>
              <a:rPr lang="en-US" dirty="0" smtClean="0"/>
              <a:t> </a:t>
            </a:r>
            <a:r>
              <a:rPr lang="en-US" dirty="0" err="1" smtClean="0"/>
              <a:t>chiều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B0F0"/>
                </a:solidFill>
              </a:rPr>
              <a:t>(</a:t>
            </a:r>
            <a:r>
              <a:rPr lang="en-US" dirty="0" err="1" smtClean="0">
                <a:solidFill>
                  <a:srgbClr val="00B0F0"/>
                </a:solidFill>
              </a:rPr>
              <a:t>trang</a:t>
            </a:r>
            <a:r>
              <a:rPr lang="en-US" dirty="0" smtClean="0">
                <a:solidFill>
                  <a:srgbClr val="00B0F0"/>
                </a:solidFill>
              </a:rPr>
              <a:t> 6, 7)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+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các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aptomat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2F0, 2F1, 2F2.</a:t>
            </a:r>
          </a:p>
          <a:p>
            <a:pPr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	+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bộ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biến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đổi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nguồn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G2.</a:t>
            </a:r>
            <a:endParaRPr lang="en-US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3. MẠCH PHÂN PHỐI NGUỒN MỘT CHIỀU VÀ XOAY CHIỀU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4. MẠCH </a:t>
            </a:r>
            <a:r>
              <a:rPr lang="en-US" b="1" dirty="0" err="1" smtClean="0">
                <a:solidFill>
                  <a:srgbClr val="FF0000"/>
                </a:solidFill>
              </a:rPr>
              <a:t>ĐiỀU</a:t>
            </a:r>
            <a:r>
              <a:rPr lang="en-US" b="1" dirty="0" smtClean="0">
                <a:solidFill>
                  <a:srgbClr val="FF0000"/>
                </a:solidFill>
              </a:rPr>
              <a:t> KHIỂN VÀ PHẢN HỒI VỊ TRÍ KIM PHUN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54102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kim</a:t>
            </a:r>
            <a:r>
              <a:rPr lang="en-US" dirty="0" smtClean="0"/>
              <a:t> </a:t>
            </a:r>
            <a:r>
              <a:rPr lang="en-US" dirty="0" err="1" smtClean="0"/>
              <a:t>phun</a:t>
            </a:r>
            <a:r>
              <a:rPr lang="en-US" dirty="0" smtClean="0"/>
              <a:t> 1: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21)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khiển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trung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tâm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xuất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tín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hiệu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kênh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đầu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ra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AO 0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của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modun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A12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khếch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đại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tỷ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lệ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N01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cuộn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dây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van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khiển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BX1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làm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lõi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van BX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dịch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chuyển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lên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hoặc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xuống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hoặc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giữ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ở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vị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trí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trung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gian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làm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thay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đổi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hoặc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giữ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nguyên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lượng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dầu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áp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lực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trong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buồng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mở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/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đóng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của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kim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phun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làm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pittong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của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kim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phun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đóng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hoặc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mở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hoặc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giữ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nguyên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vị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trí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..</a:t>
            </a:r>
          </a:p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phản</a:t>
            </a:r>
            <a:r>
              <a:rPr lang="en-US" dirty="0" smtClean="0"/>
              <a:t> </a:t>
            </a:r>
            <a:r>
              <a:rPr lang="en-US" dirty="0" err="1" smtClean="0"/>
              <a:t>hồi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kim</a:t>
            </a:r>
            <a:r>
              <a:rPr lang="en-US" dirty="0" smtClean="0"/>
              <a:t> </a:t>
            </a:r>
            <a:r>
              <a:rPr lang="en-US" dirty="0" err="1" smtClean="0"/>
              <a:t>phun</a:t>
            </a:r>
            <a:r>
              <a:rPr lang="en-US" dirty="0" smtClean="0"/>
              <a:t> 1: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trang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21)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Cảm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biến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vị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trí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kim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phun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1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kênh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đầu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vào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AI 0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của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modun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A13 →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bộ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điều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khiển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trung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tâm</a:t>
            </a:r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5. MẠCH </a:t>
            </a:r>
            <a:r>
              <a:rPr lang="en-US" b="1" dirty="0" err="1" smtClean="0">
                <a:solidFill>
                  <a:srgbClr val="FF0000"/>
                </a:solidFill>
              </a:rPr>
              <a:t>ĐiỀU</a:t>
            </a:r>
            <a:r>
              <a:rPr lang="en-US" b="1" dirty="0" smtClean="0">
                <a:solidFill>
                  <a:srgbClr val="FF0000"/>
                </a:solidFill>
              </a:rPr>
              <a:t> KHIỂN VÀ PHẢN HỒI VỊ TRÍ CÁNH HƯỚNG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447800"/>
            <a:ext cx="91440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Mạch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điều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khiển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cánh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hướng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trang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21)</a:t>
            </a:r>
          </a:p>
          <a:p>
            <a:pPr marL="342900" lvl="0" indent="-342900">
              <a:spcBef>
                <a:spcPct val="20000"/>
              </a:spcBef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Bộ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điều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khiển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trung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tâm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xuất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tín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hiệu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kênh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đầu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AO 1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của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modun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A12 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bộ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khếch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đại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tỷ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lệ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N02 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cuộn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dây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van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điều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khiển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BW 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làm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lõi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van BW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dịch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chuyển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lên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hoặc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xuống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hoặc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giữ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ở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vị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trí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trung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gian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làm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err="1" smtClean="0">
                <a:solidFill>
                  <a:schemeClr val="accent1">
                    <a:lumMod val="75000"/>
                  </a:schemeClr>
                </a:solidFill>
              </a:rPr>
              <a:t>thay</a:t>
            </a:r>
            <a:r>
              <a:rPr lang="en-US" sz="3200" i="1" smtClean="0">
                <a:solidFill>
                  <a:schemeClr val="accent1">
                    <a:lumMod val="75000"/>
                  </a:schemeClr>
                </a:solidFill>
              </a:rPr>
              <a:t> đổi hoặc giữ nguyên </a:t>
            </a:r>
            <a:r>
              <a:rPr lang="en-US" sz="3200" i="1" err="1" smtClean="0">
                <a:solidFill>
                  <a:schemeClr val="accent1">
                    <a:lumMod val="75000"/>
                  </a:schemeClr>
                </a:solidFill>
              </a:rPr>
              <a:t>lượng</a:t>
            </a:r>
            <a:r>
              <a:rPr lang="en-US" sz="3200" i="1" smtClean="0">
                <a:solidFill>
                  <a:schemeClr val="accent1">
                    <a:lumMod val="75000"/>
                  </a:schemeClr>
                </a:solidFill>
              </a:rPr>
              <a:t> dầu áp lực trong buồng servo cánh hướng → làm cánh hướng đóng hoặc mở hoặc giữ nguyên vị trí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3200" b="0" i="1" u="none" strike="noStrike" kern="1200" cap="none" spc="0" normalizeH="0" baseline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Mạch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phản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hồi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vị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trí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cánh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hướng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trang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23)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Cảm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biến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vị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trí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cánh</a:t>
            </a:r>
            <a:r>
              <a:rPr kumimoji="0" lang="en-US" sz="3200" b="0" i="1" u="none" strike="noStrike" kern="1200" cap="none" spc="0" normalizeH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hướng 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kênh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đầu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vào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1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của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modun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A13 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bộ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điều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khiển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trung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tâm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6. CÁC MẠCH ĐO LƯỜNG TỐC ĐỘ - CÔNG SUẤT TÁC DỤNG – TẦN SỐ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447800"/>
            <a:ext cx="91440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Mạch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đo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lường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tốc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trang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25)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-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Hệ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thống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tốc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sử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dụng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02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cảm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biến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tốc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độ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Cảm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biến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1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dùng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phát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hiện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tốc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độ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rotor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đang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quay.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Cảm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biến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2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dùng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phát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hiện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khi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rotor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đã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đứng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yên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. 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+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cảm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biến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tốc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độ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1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chân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11 -13-14)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của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modun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A14 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bộ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điều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khiển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tâm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	+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cảm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biến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tốc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độ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2 →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chân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(15 -17-18)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của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modun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A14 →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bộ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khiển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trung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tâm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-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Bộ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khiển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trung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tâm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sẽ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xử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lý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và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xuất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các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tín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hiệu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tốc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độ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lên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màn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hình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LCP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và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về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hệ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thống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DCS.</a:t>
            </a:r>
          </a:p>
          <a:p>
            <a:pPr marL="342900" lvl="0" indent="-342900">
              <a:spcBef>
                <a:spcPct val="20000"/>
              </a:spcBef>
            </a:pPr>
            <a:endParaRPr kumimoji="0" lang="en-US" sz="3200" b="0" i="1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</a:pPr>
            <a:endParaRPr kumimoji="0" lang="en-US" sz="3200" b="0" i="1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6. CÁC MẠCH ĐO LƯỜNG TỐC ĐỘ - CÔNG SUẤT TÁC DỤNG – TẦN SỐ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447800"/>
            <a:ext cx="91440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Mạch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đo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lường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công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suất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tác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dụng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trang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27)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-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Hệ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thống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tốc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lấy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tín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hiệu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dòng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–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áp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từ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TI-TU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đầu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cực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máy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phát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để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đo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lường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công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suất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tác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dụng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phục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vụ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cho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việc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chỉnh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độ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mở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kim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phun-cánh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hướng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nhắm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đáp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ứng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theo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công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suất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đặt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+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Tín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hiệu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dòng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từ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TI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và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tín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hiệu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áp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từ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TU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bộ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biến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đổi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công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suất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U10 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→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kênh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AI 0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của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modun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đầu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vào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A15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bộ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điều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khiển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tâm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	-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Bộ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khiển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trung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tâm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sẽ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xử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lý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và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xuất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tín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hiệu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công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suất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tác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dụng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lên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màn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hình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LCP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và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về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hệ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thống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DCS.</a:t>
            </a:r>
            <a:r>
              <a:rPr lang="en-US" sz="3200" dirty="0" smtClean="0"/>
              <a:t>	</a:t>
            </a:r>
            <a:endParaRPr kumimoji="0" lang="en-US" sz="3200" b="0" i="1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</a:pPr>
            <a:endParaRPr kumimoji="0" lang="en-US" sz="3200" b="0" i="1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6. CÁC MẠCH ĐO LƯỜNG TỐC ĐỘ - CÔNG SUẤT TÁC DỤNG – TẦN SỐ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447800"/>
            <a:ext cx="91440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Mạch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đo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lường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tần</a:t>
            </a:r>
            <a:r>
              <a:rPr kumimoji="0" lang="en-US" sz="3200" b="0" i="0" u="none" strike="noStrike" kern="1200" cap="none" spc="0" normalizeH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số máy phát và lưới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0" u="none" strike="noStrike" kern="1200" cap="none" spc="0" normalizeH="0" baseline="0" noProof="0" err="1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trang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50)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-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Hệ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thống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Điều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tốc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lấy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tín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err="1" smtClean="0">
                <a:solidFill>
                  <a:schemeClr val="accent1">
                    <a:lumMod val="75000"/>
                  </a:schemeClr>
                </a:solidFill>
              </a:rPr>
              <a:t>hiệu</a:t>
            </a:r>
            <a:r>
              <a:rPr lang="en-US" sz="3200" smtClean="0">
                <a:solidFill>
                  <a:schemeClr val="accent1">
                    <a:lumMod val="75000"/>
                  </a:schemeClr>
                </a:solidFill>
              </a:rPr>
              <a:t> điện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áp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err="1" smtClean="0">
                <a:solidFill>
                  <a:schemeClr val="accent1">
                    <a:lumMod val="75000"/>
                  </a:schemeClr>
                </a:solidFill>
              </a:rPr>
              <a:t>từ</a:t>
            </a:r>
            <a:r>
              <a:rPr lang="en-US" sz="3200" smtClean="0">
                <a:solidFill>
                  <a:schemeClr val="accent1">
                    <a:lumMod val="75000"/>
                  </a:schemeClr>
                </a:solidFill>
              </a:rPr>
              <a:t> TU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đầu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cực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máy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err="1" smtClean="0">
                <a:solidFill>
                  <a:schemeClr val="accent1">
                    <a:lumMod val="75000"/>
                  </a:schemeClr>
                </a:solidFill>
              </a:rPr>
              <a:t>phát</a:t>
            </a:r>
            <a:r>
              <a:rPr lang="en-US" sz="3200" smtClean="0">
                <a:solidFill>
                  <a:schemeClr val="accent1">
                    <a:lumMod val="75000"/>
                  </a:schemeClr>
                </a:solidFill>
              </a:rPr>
              <a:t> và TU thanh cái 13.8kV để </a:t>
            </a:r>
            <a:r>
              <a:rPr lang="en-US" sz="3200" dirty="0" err="1" smtClean="0">
                <a:solidFill>
                  <a:schemeClr val="accent1">
                    <a:lumMod val="75000"/>
                  </a:schemeClr>
                </a:solidFill>
              </a:rPr>
              <a:t>đo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err="1" smtClean="0">
                <a:solidFill>
                  <a:schemeClr val="accent1">
                    <a:lumMod val="75000"/>
                  </a:schemeClr>
                </a:solidFill>
              </a:rPr>
              <a:t>lường</a:t>
            </a:r>
            <a:r>
              <a:rPr lang="en-US" sz="3200" smtClean="0">
                <a:solidFill>
                  <a:schemeClr val="accent1">
                    <a:lumMod val="75000"/>
                  </a:schemeClr>
                </a:solidFill>
              </a:rPr>
              <a:t> tần số máy phát và tần số lưới, phục vụ cho việc điều chỉnh tốc độ quay để hòa máy cắt đầu cực máy phát.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 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Mạch</a:t>
            </a:r>
            <a:r>
              <a:rPr kumimoji="0" lang="en-US" sz="3200" b="0" i="0" u="none" strike="noStrike" kern="1200" cap="none" spc="0" normalizeH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đ</a:t>
            </a: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sz="3200" b="0" i="0" u="none" strike="noStrike" kern="1200" cap="none" spc="0" normalizeH="0" noProof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tần số máy phát</a:t>
            </a:r>
            <a:r>
              <a:rPr kumimoji="0" lang="en-US" sz="3200" b="0" i="0" u="none" strike="noStrike" kern="1200" cap="none" spc="0" normalizeH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Tín</a:t>
            </a:r>
            <a:r>
              <a:rPr kumimoji="0" lang="en-US" sz="3200" b="0" i="1" u="none" strike="noStrike" kern="1200" cap="none" spc="0" normalizeH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hiệu</a:t>
            </a:r>
            <a:r>
              <a:rPr kumimoji="0" lang="en-US" sz="3200" b="0" i="1" u="none" strike="noStrike" kern="1200" cap="none" spc="0" normalizeH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điện áp từ TU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đầu</a:t>
            </a:r>
            <a:r>
              <a:rPr kumimoji="0" lang="en-US" sz="3200" b="0" i="1" u="none" strike="noStrike" kern="1200" cap="none" spc="0" normalizeH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cực máy phát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→ </a:t>
            </a:r>
            <a:r>
              <a:rPr kumimoji="0" lang="en-US" sz="3200" b="0" i="1" u="none" strike="noStrike" kern="1200" cap="none" spc="0" normalizeH="0" baseline="0" noProof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bộ</a:t>
            </a:r>
            <a:r>
              <a:rPr kumimoji="0" lang="en-US" sz="3200" b="0" i="1" u="none" strike="noStrike" kern="1200" cap="none" spc="0" normalizeH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cách ly tín hiệu U01 </a:t>
            </a:r>
            <a:r>
              <a:rPr lang="en-US" sz="3200" i="1" smtClean="0">
                <a:solidFill>
                  <a:schemeClr val="accent1">
                    <a:lumMod val="75000"/>
                  </a:schemeClr>
                </a:solidFill>
              </a:rPr>
              <a:t>→ chân (23-24)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của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modun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đầu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err="1" smtClean="0">
                <a:solidFill>
                  <a:schemeClr val="accent1">
                    <a:lumMod val="75000"/>
                  </a:schemeClr>
                </a:solidFill>
              </a:rPr>
              <a:t>vào</a:t>
            </a:r>
            <a:r>
              <a:rPr lang="en-US" sz="3200" i="1" smtClean="0">
                <a:solidFill>
                  <a:schemeClr val="accent1">
                    <a:lumMod val="75000"/>
                  </a:schemeClr>
                </a:solidFill>
              </a:rPr>
              <a:t> A25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bộ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điều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khiển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tâm</a:t>
            </a:r>
            <a:r>
              <a:rPr kumimoji="0" lang="en-US" sz="3200" b="0" i="1" u="none" strike="noStrike" kern="1200" cap="none" spc="0" normalizeH="0" baseline="0" noProof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smtClean="0">
                <a:solidFill>
                  <a:schemeClr val="accent1">
                    <a:lumMod val="75000"/>
                  </a:schemeClr>
                </a:solidFill>
              </a:rPr>
              <a:t>	+ </a:t>
            </a:r>
            <a:r>
              <a:rPr lang="en-US" sz="3200" smtClean="0"/>
              <a:t>Mạch đo tần số lưới</a:t>
            </a:r>
            <a:r>
              <a:rPr lang="en-US" sz="3200" smtClean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sz="3200" i="1" smtClean="0">
                <a:solidFill>
                  <a:schemeClr val="accent1">
                    <a:lumMod val="75000"/>
                  </a:schemeClr>
                </a:solidFill>
              </a:rPr>
              <a:t>Tín hiệu điện áp từ TU thanh cái 13.8kV→ bộ cách ly tín hiệu U02 → chân (27-28) của modun đầu vào A25 → bộ điều khiển trung tâm.</a:t>
            </a:r>
            <a:r>
              <a:rPr lang="en-US" sz="3200" dirty="0" smtClean="0"/>
              <a:t>	</a:t>
            </a:r>
            <a:endParaRPr kumimoji="0" lang="en-US" sz="3200" b="0" i="1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</a:pPr>
            <a:endParaRPr kumimoji="0" lang="en-US" sz="3200" b="0" i="1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7. CÁC MẠCH BÁO NGƯỠNG TỐC ĐỘ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0" y="1447800"/>
            <a:ext cx="91440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Mạch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báo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Ngưỡng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tốc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độ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0.01Vn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trang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35, 64)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-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Bộ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điều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khiển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trung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tâm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xuất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tín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hiệu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đầu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DO12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của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A18 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→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K12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điện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→ </a:t>
            </a: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tiếp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điểm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rơle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K12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khép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→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đưa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tín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hiệu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i="1" dirty="0" err="1" smtClean="0">
                <a:solidFill>
                  <a:schemeClr val="accent1">
                    <a:lumMod val="75000"/>
                  </a:schemeClr>
                </a:solidFill>
              </a:rPr>
              <a:t>về</a:t>
            </a:r>
            <a:r>
              <a:rPr lang="en-US" sz="3200" i="1" dirty="0" smtClean="0">
                <a:solidFill>
                  <a:schemeClr val="accent1">
                    <a:lumMod val="75000"/>
                  </a:schemeClr>
                </a:solidFill>
              </a:rPr>
              <a:t> HT DCS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mạch</a:t>
            </a:r>
            <a:r>
              <a:rPr lang="en-US" sz="3200" dirty="0" smtClean="0"/>
              <a:t> </a:t>
            </a:r>
            <a:r>
              <a:rPr lang="en-US" sz="3200" dirty="0" err="1" smtClean="0"/>
              <a:t>báo</a:t>
            </a:r>
            <a:r>
              <a:rPr lang="en-US" sz="3200" dirty="0" smtClean="0"/>
              <a:t> </a:t>
            </a:r>
            <a:r>
              <a:rPr lang="en-US" sz="3200" dirty="0" err="1" smtClean="0"/>
              <a:t>ngưỡng</a:t>
            </a:r>
            <a:r>
              <a:rPr lang="en-US" sz="3200" dirty="0" smtClean="0"/>
              <a:t> </a:t>
            </a:r>
            <a:r>
              <a:rPr lang="en-US" sz="3200" dirty="0" err="1" smtClean="0"/>
              <a:t>tốc</a:t>
            </a:r>
            <a:r>
              <a:rPr lang="en-US" sz="3200" dirty="0" smtClean="0"/>
              <a:t> </a:t>
            </a:r>
            <a:r>
              <a:rPr lang="en-US" sz="3200" dirty="0" err="1" smtClean="0"/>
              <a:t>độ</a:t>
            </a:r>
            <a:r>
              <a:rPr lang="en-US" sz="3200" dirty="0" smtClean="0"/>
              <a:t> </a:t>
            </a:r>
            <a:r>
              <a:rPr lang="en-US" sz="3200" dirty="0" err="1" smtClean="0"/>
              <a:t>khác</a:t>
            </a:r>
            <a:r>
              <a:rPr lang="en-US" sz="3200" dirty="0" smtClean="0"/>
              <a:t> </a:t>
            </a:r>
            <a:r>
              <a:rPr lang="en-US" sz="3200" dirty="0" err="1" smtClean="0"/>
              <a:t>như</a:t>
            </a:r>
            <a:r>
              <a:rPr lang="en-US" sz="3200" dirty="0" smtClean="0"/>
              <a:t> 0.1Vn, 0.15Vn, 0.7Vn, 0.9Vn, 1.2Vn : </a:t>
            </a:r>
            <a:r>
              <a:rPr lang="en-US" sz="3200" dirty="0" err="1" smtClean="0"/>
              <a:t>phân</a:t>
            </a:r>
            <a:r>
              <a:rPr lang="en-US" sz="3200" dirty="0" smtClean="0"/>
              <a:t> </a:t>
            </a:r>
            <a:r>
              <a:rPr lang="en-US" sz="3200" dirty="0" err="1" smtClean="0"/>
              <a:t>tích</a:t>
            </a:r>
            <a:r>
              <a:rPr lang="en-US" sz="3200" dirty="0" smtClean="0"/>
              <a:t> </a:t>
            </a:r>
            <a:r>
              <a:rPr lang="en-US" sz="3200" dirty="0" err="1" smtClean="0"/>
              <a:t>tương</a:t>
            </a:r>
            <a:r>
              <a:rPr lang="en-US" sz="3200" dirty="0" smtClean="0"/>
              <a:t> </a:t>
            </a:r>
            <a:r>
              <a:rPr lang="en-US" sz="3200" dirty="0" err="1" smtClean="0"/>
              <a:t>tự</a:t>
            </a:r>
            <a:r>
              <a:rPr lang="en-US" sz="3200" dirty="0" smtClean="0"/>
              <a:t> </a:t>
            </a:r>
            <a:r>
              <a:rPr lang="en-US" sz="3200" dirty="0" err="1" smtClean="0"/>
              <a:t>như</a:t>
            </a:r>
            <a:r>
              <a:rPr lang="en-US" sz="3200" dirty="0" smtClean="0"/>
              <a:t> </a:t>
            </a:r>
            <a:r>
              <a:rPr lang="en-US" sz="3200" dirty="0" err="1" smtClean="0"/>
              <a:t>mạch</a:t>
            </a:r>
            <a:r>
              <a:rPr lang="en-US" sz="3200" dirty="0" smtClean="0"/>
              <a:t> </a:t>
            </a:r>
            <a:r>
              <a:rPr lang="en-US" sz="3200" dirty="0" err="1" smtClean="0"/>
              <a:t>báo</a:t>
            </a:r>
            <a:r>
              <a:rPr lang="en-US" sz="3200" dirty="0" smtClean="0"/>
              <a:t> </a:t>
            </a:r>
            <a:r>
              <a:rPr lang="en-US" sz="3200" dirty="0" err="1" smtClean="0"/>
              <a:t>ngưỡng</a:t>
            </a:r>
            <a:r>
              <a:rPr lang="en-US" sz="3200" dirty="0" smtClean="0"/>
              <a:t> </a:t>
            </a:r>
            <a:r>
              <a:rPr lang="en-US" sz="3200" dirty="0" err="1" smtClean="0"/>
              <a:t>tốc</a:t>
            </a:r>
            <a:r>
              <a:rPr lang="en-US" sz="3200" dirty="0" smtClean="0"/>
              <a:t> </a:t>
            </a:r>
            <a:r>
              <a:rPr lang="en-US" sz="3200" dirty="0" err="1" smtClean="0"/>
              <a:t>độ</a:t>
            </a:r>
            <a:r>
              <a:rPr lang="en-US" sz="3200" dirty="0" smtClean="0"/>
              <a:t> 0.01Vn ở </a:t>
            </a:r>
            <a:r>
              <a:rPr lang="en-US" sz="3200" dirty="0" err="1" smtClean="0"/>
              <a:t>trên</a:t>
            </a:r>
            <a:r>
              <a:rPr lang="en-US" sz="3200" dirty="0" smtClean="0"/>
              <a:t>.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 err="1" smtClean="0"/>
              <a:t>Các</a:t>
            </a:r>
            <a:r>
              <a:rPr lang="en-US" sz="3200" dirty="0" smtClean="0"/>
              <a:t> </a:t>
            </a:r>
            <a:r>
              <a:rPr lang="en-US" sz="3200" dirty="0" err="1" smtClean="0"/>
              <a:t>mạch</a:t>
            </a:r>
            <a:r>
              <a:rPr lang="en-US" sz="3200" dirty="0" smtClean="0"/>
              <a:t> </a:t>
            </a:r>
            <a:r>
              <a:rPr lang="en-US" sz="3200" dirty="0" err="1" smtClean="0"/>
              <a:t>tín</a:t>
            </a:r>
            <a:r>
              <a:rPr lang="en-US" sz="3200" dirty="0" smtClean="0"/>
              <a:t> </a:t>
            </a:r>
            <a:r>
              <a:rPr lang="en-US" sz="3200" dirty="0" err="1" smtClean="0"/>
              <a:t>hiệu</a:t>
            </a:r>
            <a:r>
              <a:rPr lang="en-US" sz="3200" dirty="0" smtClean="0"/>
              <a:t> </a:t>
            </a:r>
            <a:r>
              <a:rPr lang="en-US" sz="3200" dirty="0" err="1" smtClean="0"/>
              <a:t>khác</a:t>
            </a:r>
            <a:r>
              <a:rPr lang="en-US" sz="3200" dirty="0" smtClean="0"/>
              <a:t> </a:t>
            </a:r>
            <a:r>
              <a:rPr lang="en-US" sz="3200" dirty="0" err="1" smtClean="0"/>
              <a:t>như</a:t>
            </a:r>
            <a:r>
              <a:rPr lang="en-US" sz="3200" dirty="0" smtClean="0"/>
              <a:t>: </a:t>
            </a:r>
            <a:r>
              <a:rPr lang="en-US" sz="3200" dirty="0" err="1" smtClean="0"/>
              <a:t>mạch</a:t>
            </a:r>
            <a:r>
              <a:rPr lang="en-US" sz="3200" dirty="0" smtClean="0"/>
              <a:t> </a:t>
            </a:r>
            <a:r>
              <a:rPr lang="en-US" sz="3200" dirty="0" err="1" smtClean="0"/>
              <a:t>báo</a:t>
            </a:r>
            <a:r>
              <a:rPr lang="en-US" sz="3200" dirty="0" smtClean="0"/>
              <a:t> fault </a:t>
            </a:r>
            <a:r>
              <a:rPr lang="en-US" sz="3200" dirty="0" err="1" smtClean="0"/>
              <a:t>kim</a:t>
            </a:r>
            <a:r>
              <a:rPr lang="en-US" sz="3200" dirty="0" smtClean="0"/>
              <a:t>- </a:t>
            </a:r>
            <a:r>
              <a:rPr lang="en-US" sz="3200" dirty="0" err="1" smtClean="0"/>
              <a:t>cánh</a:t>
            </a:r>
            <a:r>
              <a:rPr lang="en-US" sz="3200" dirty="0" smtClean="0"/>
              <a:t> </a:t>
            </a:r>
            <a:r>
              <a:rPr lang="en-US" sz="3200" dirty="0" err="1" smtClean="0"/>
              <a:t>hướng</a:t>
            </a:r>
            <a:r>
              <a:rPr lang="en-US" sz="3200" dirty="0" smtClean="0"/>
              <a:t>, major fault, minor fault,… </a:t>
            </a:r>
            <a:r>
              <a:rPr lang="en-US" sz="3200" dirty="0" err="1" smtClean="0"/>
              <a:t>cũng</a:t>
            </a:r>
            <a:r>
              <a:rPr lang="en-US" sz="3200" dirty="0" smtClean="0"/>
              <a:t> </a:t>
            </a:r>
            <a:r>
              <a:rPr lang="en-US" sz="3200" dirty="0" err="1" smtClean="0"/>
              <a:t>phân</a:t>
            </a:r>
            <a:r>
              <a:rPr lang="en-US" sz="3200" dirty="0" smtClean="0"/>
              <a:t> </a:t>
            </a:r>
            <a:r>
              <a:rPr lang="en-US" sz="3200" dirty="0" err="1" smtClean="0"/>
              <a:t>tích</a:t>
            </a:r>
            <a:r>
              <a:rPr lang="en-US" sz="3200" dirty="0" smtClean="0"/>
              <a:t> </a:t>
            </a:r>
            <a:r>
              <a:rPr lang="en-US" sz="3200" dirty="0" err="1" smtClean="0"/>
              <a:t>tương</a:t>
            </a:r>
            <a:r>
              <a:rPr lang="en-US" sz="3200" dirty="0" smtClean="0"/>
              <a:t> </a:t>
            </a:r>
            <a:r>
              <a:rPr lang="en-US" sz="3200" dirty="0" err="1" smtClean="0"/>
              <a:t>tự</a:t>
            </a:r>
            <a:r>
              <a:rPr lang="en-US" sz="3200" dirty="0" smtClean="0"/>
              <a:t> </a:t>
            </a:r>
            <a:r>
              <a:rPr lang="en-US" sz="3200" dirty="0" err="1" smtClean="0"/>
              <a:t>như</a:t>
            </a:r>
            <a:r>
              <a:rPr lang="en-US" sz="3200" dirty="0" smtClean="0"/>
              <a:t> </a:t>
            </a:r>
            <a:r>
              <a:rPr lang="en-US" sz="3200" dirty="0" err="1" smtClean="0"/>
              <a:t>trên</a:t>
            </a:r>
            <a:r>
              <a:rPr lang="en-US" sz="3200" dirty="0" smtClean="0"/>
              <a:t>.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3200" dirty="0" smtClean="0"/>
              <a:t>	</a:t>
            </a:r>
            <a:endParaRPr kumimoji="0" lang="en-US" sz="3200" b="0" i="1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</a:pPr>
            <a:endParaRPr kumimoji="0" lang="en-US" sz="3200" b="0" i="1" u="none" strike="noStrike" kern="1200" cap="none" spc="0" normalizeH="0" baseline="0" noProof="0" dirty="0" smtClean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70C0"/>
                </a:solidFill>
              </a:rPr>
              <a:t>Bài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giảng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đến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đây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kết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thúc</a:t>
            </a:r>
            <a:r>
              <a:rPr lang="en-US" dirty="0" smtClean="0">
                <a:solidFill>
                  <a:srgbClr val="0070C0"/>
                </a:solidFill>
              </a:rPr>
              <a:t>. </a:t>
            </a:r>
          </a:p>
          <a:p>
            <a:r>
              <a:rPr lang="en-US" dirty="0" err="1" smtClean="0">
                <a:solidFill>
                  <a:srgbClr val="0070C0"/>
                </a:solidFill>
              </a:rPr>
              <a:t>Chân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thành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cảm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ơn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mọi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người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đã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quan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tâm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lắng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nghe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và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trao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đổi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</a:p>
          <a:p>
            <a:pPr>
              <a:buNone/>
            </a:pPr>
            <a:endParaRPr 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4328</TotalTime>
  <Words>520</Words>
  <Application>Microsoft Office PowerPoint</Application>
  <PresentationFormat>On-screen Show (4:3)</PresentationFormat>
  <Paragraphs>75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HƯỚNG DẪN  ĐỌC BẢN VẼ HỆ THỐNG ĐIỀU TỐC</vt:lpstr>
      <vt:lpstr>NỘI DUNG HƯỚNG DẪN</vt:lpstr>
      <vt:lpstr>1. GIỚI THIỆU BẢN VẼ VÀ THÀNH PHẦN THIẾT BỊ</vt:lpstr>
      <vt:lpstr>2. CẤU TRÚC ĐIỀU KHIỂN TRUNG TÂM</vt:lpstr>
      <vt:lpstr>2. CẤU TRÚC ĐiỀU KHIỂN TRUNG TÂM</vt:lpstr>
      <vt:lpstr>3. MẠCH PHÂN PHỐI NGUỒN MỘT CHIỀU VÀ XOAY CHIỀU</vt:lpstr>
      <vt:lpstr>4. MẠCH ĐiỀU KHIỂN VÀ PHẢN HỒI VỊ TRÍ KIM PHUN</vt:lpstr>
      <vt:lpstr>5. MẠCH ĐiỀU KHIỂN VÀ PHẢN HỒI VỊ TRÍ CÁNH HƯỚNG</vt:lpstr>
      <vt:lpstr>6. CÁC MẠCH ĐO LƯỜNG TỐC ĐỘ - CÔNG SUẤT TÁC DỤNG – TẦN SỐ</vt:lpstr>
      <vt:lpstr>6. CÁC MẠCH ĐO LƯỜNG TỐC ĐỘ - CÔNG SUẤT TÁC DỤNG – TẦN SỐ</vt:lpstr>
      <vt:lpstr>6. CÁC MẠCH ĐO LƯỜNG TỐC ĐỘ - CÔNG SUẤT TÁC DỤNG – TẦN SỐ</vt:lpstr>
      <vt:lpstr>7. CÁC MẠCH BÁO NGƯỠNG TỐC ĐỘ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 HỆ THỐNG DCS TỔ MÁY</dc:title>
  <dc:creator>AXIOO</dc:creator>
  <cp:lastModifiedBy>AXIOO</cp:lastModifiedBy>
  <cp:revision>131</cp:revision>
  <dcterms:created xsi:type="dcterms:W3CDTF">2017-06-25T12:51:15Z</dcterms:created>
  <dcterms:modified xsi:type="dcterms:W3CDTF">2017-07-11T14:45:44Z</dcterms:modified>
</cp:coreProperties>
</file>